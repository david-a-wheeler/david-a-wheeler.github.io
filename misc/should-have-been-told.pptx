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6"/>
    <p:restoredTop sz="94658"/>
  </p:normalViewPr>
  <p:slideViewPr>
    <p:cSldViewPr snapToGrid="0">
      <p:cViewPr varScale="1">
        <p:scale>
          <a:sx n="116" d="100"/>
          <a:sy n="116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073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9726241" cy="12689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9726241" cy="360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90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95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279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9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18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12/7/25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9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63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67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57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363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1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hodecode.com/blog/156/version-control-systems-popularity-in-202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onmark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594337D0-7F44-5D45-088D-3B11B1D9A0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394A7-6304-EAA6-DDA7-4FEBDC4BA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IT Stuff you should have been told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55407-0412-27A3-E4BB-7488FAB25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r>
              <a:rPr lang="en-US" dirty="0"/>
              <a:t>David A. Wheeler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318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A3E6-DC2A-C9A9-E515-C65407B9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61EA-B95F-072A-88DF-1EAC9C80F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writing code you should use a version control system (VCS)</a:t>
            </a:r>
          </a:p>
          <a:p>
            <a:r>
              <a:rPr lang="en-US" dirty="0"/>
              <a:t>Git use is 93.87% as of 2025; MUST know git to work in field</a:t>
            </a:r>
          </a:p>
          <a:p>
            <a:pPr lvl="1"/>
            <a:r>
              <a:rPr lang="en-US" dirty="0">
                <a:hlinkClick r:id="rId2"/>
              </a:rPr>
              <a:t>https://rhodecode.com/blog/156/version-control-systems-popularity-in-2025</a:t>
            </a:r>
            <a:endParaRPr lang="en-US" dirty="0"/>
          </a:p>
          <a:p>
            <a:r>
              <a:rPr lang="en-US" dirty="0"/>
              <a:t>Git manages a database of commits</a:t>
            </a:r>
          </a:p>
          <a:p>
            <a:pPr lvl="1"/>
            <a:r>
              <a:rPr lang="en-US" dirty="0"/>
              <a:t>A commit is a </a:t>
            </a:r>
            <a:r>
              <a:rPr lang="en-US" i="1" dirty="0"/>
              <a:t>snapshot</a:t>
            </a:r>
            <a:r>
              <a:rPr lang="en-US" dirty="0"/>
              <a:t> of what’s in staging area (does NOT record “diff”)</a:t>
            </a:r>
          </a:p>
          <a:p>
            <a:pPr lvl="1"/>
            <a:r>
              <a:rPr lang="en-US" dirty="0"/>
              <a:t>Each commit has 1+ parents (except initial commit)</a:t>
            </a:r>
          </a:p>
          <a:p>
            <a:pPr lvl="1"/>
            <a:r>
              <a:rPr lang="en-US" dirty="0"/>
              <a:t>Every branch is a pointer to a commit</a:t>
            </a:r>
          </a:p>
          <a:p>
            <a:pPr lvl="1"/>
            <a:r>
              <a:rPr lang="en-US" dirty="0"/>
              <a:t>By convention, branch named “main” or “master” is main branch</a:t>
            </a:r>
          </a:p>
        </p:txBody>
      </p:sp>
    </p:spTree>
    <p:extLst>
      <p:ext uri="{BB962C8B-B14F-4D97-AF65-F5344CB8AC3E}">
        <p14:creationId xmlns:p14="http://schemas.microsoft.com/office/powerpoint/2010/main" val="382397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4C8D-1520-893D-57B6-7697800E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2F02-0E10-1310-180A-A61BF35A1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“Forges” are services that enable easy collaborative work</a:t>
            </a:r>
          </a:p>
          <a:p>
            <a:r>
              <a:rPr lang="en-US" dirty="0"/>
              <a:t>GitHub most popular; GitLab is also popular</a:t>
            </a:r>
          </a:p>
          <a:p>
            <a:r>
              <a:rPr lang="en-US" dirty="0"/>
              <a:t>In GitHub an org/user owns repositories</a:t>
            </a:r>
          </a:p>
          <a:p>
            <a:r>
              <a:rPr lang="en-US" dirty="0"/>
              <a:t>If you aren’t a member, generally must “fork” repo (make copy) before you can make changes (to your copy), then create your changes as a </a:t>
            </a:r>
            <a:r>
              <a:rPr lang="en-US" i="1" dirty="0"/>
              <a:t>separate</a:t>
            </a:r>
            <a:r>
              <a:rPr lang="en-US" dirty="0"/>
              <a:t> branch</a:t>
            </a:r>
          </a:p>
          <a:p>
            <a:r>
              <a:rPr lang="en-US" dirty="0"/>
              <a:t>Once done, submit a “pull request” (everyone else: “merge request”) to request acceptance of your change</a:t>
            </a:r>
          </a:p>
        </p:txBody>
      </p:sp>
    </p:spTree>
    <p:extLst>
      <p:ext uri="{BB962C8B-B14F-4D97-AF65-F5344CB8AC3E}">
        <p14:creationId xmlns:p14="http://schemas.microsoft.com/office/powerpoint/2010/main" val="388262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04E6-09B9-AFBD-E597-2DB7CCEF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A976-E822-834C-44FB-41889EB0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Lightweight markup language for creating formatted text using a plain-text editor; focus on easy-to-use, .md or .markdown</a:t>
            </a:r>
          </a:p>
          <a:p>
            <a:pPr lvl="1"/>
            <a:r>
              <a:rPr lang="en-US" dirty="0"/>
              <a:t>*italic* or _italic_; **bold** or __bold__</a:t>
            </a:r>
          </a:p>
          <a:p>
            <a:pPr lvl="1"/>
            <a:r>
              <a:rPr lang="en-US" dirty="0"/>
              <a:t># Heading 1; ## Heading 2; * bullet or - bullet; 1. numbered item</a:t>
            </a:r>
          </a:p>
          <a:p>
            <a:r>
              <a:rPr lang="en-US" dirty="0"/>
              <a:t>Originally created in 2004 by John Gruber</a:t>
            </a:r>
          </a:p>
          <a:p>
            <a:r>
              <a:rPr lang="en-US" dirty="0"/>
              <a:t>Widely used (GitHub, GitLab, etc.)</a:t>
            </a:r>
          </a:p>
          <a:p>
            <a:r>
              <a:rPr lang="en-US" dirty="0"/>
              <a:t>As use increased, diverged; closest agreement is “</a:t>
            </a:r>
            <a:r>
              <a:rPr lang="en-US" dirty="0" err="1"/>
              <a:t>CommonMark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hlinkClick r:id="rId2"/>
              </a:rPr>
              <a:t>https://commonmark.org/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00862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281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Next</vt:lpstr>
      <vt:lpstr>Neue Haas Grotesk Text Pro</vt:lpstr>
      <vt:lpstr>PunchcardVTI</vt:lpstr>
      <vt:lpstr>IT Stuff you should have been told</vt:lpstr>
      <vt:lpstr>Git</vt:lpstr>
      <vt:lpstr>GitHub</vt:lpstr>
      <vt:lpstr>Markdown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A. Wheeler</dc:creator>
  <cp:lastModifiedBy>David A. Wheeler</cp:lastModifiedBy>
  <cp:revision>5</cp:revision>
  <dcterms:created xsi:type="dcterms:W3CDTF">2025-12-07T22:30:44Z</dcterms:created>
  <dcterms:modified xsi:type="dcterms:W3CDTF">2025-12-07T22:56:37Z</dcterms:modified>
</cp:coreProperties>
</file>